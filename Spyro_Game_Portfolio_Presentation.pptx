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1" r:id="rId9"/>
    <p:sldId id="262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4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65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41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47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9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7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32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1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3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1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46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89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35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76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91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31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1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78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B109C5B-3B98-48EB-A942-8D11CEA37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A9C389E4-003E-40C9-AC9E-ED821C16F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042684-2705-40BD-9104-A6B24CE1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6118" y="1143000"/>
            <a:ext cx="4701185" cy="3134032"/>
          </a:xfrm>
        </p:spPr>
        <p:txBody>
          <a:bodyPr>
            <a:normAutofit/>
          </a:bodyPr>
          <a:lstStyle/>
          <a:p>
            <a:r>
              <a:rPr lang="en-AU" sz="5700">
                <a:solidFill>
                  <a:srgbClr val="EBEBEB"/>
                </a:solidFill>
              </a:rPr>
              <a:t>Spyro Game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6118" y="4473677"/>
            <a:ext cx="4701185" cy="1268144"/>
          </a:xfrm>
        </p:spPr>
        <p:txBody>
          <a:bodyPr>
            <a:normAutofit/>
          </a:bodyPr>
          <a:lstStyle/>
          <a:p>
            <a:r>
              <a:rPr lang="en-US" sz="1700"/>
              <a:t>Java / Greenfoot 2D Game Development</a:t>
            </a:r>
          </a:p>
          <a:p>
            <a:r>
              <a:rPr lang="en-US" sz="1700"/>
              <a:t>Courtney McGuinness</a:t>
            </a:r>
          </a:p>
        </p:txBody>
      </p:sp>
      <p:pic>
        <p:nvPicPr>
          <p:cNvPr id="7" name="Graphic 6" descr="Game controller">
            <a:extLst>
              <a:ext uri="{FF2B5EF4-FFF2-40B4-BE49-F238E27FC236}">
                <a16:creationId xmlns:a16="http://schemas.microsoft.com/office/drawing/2014/main" id="{8B11E3BC-FD26-D7D7-E2FF-E52DAFCA9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323" y="2103294"/>
            <a:ext cx="2648296" cy="264829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279" y="1209957"/>
            <a:ext cx="2275935" cy="4438087"/>
          </a:xfrm>
        </p:spPr>
        <p:txBody>
          <a:bodyPr anchor="ctr">
            <a:normAutofit/>
          </a:bodyPr>
          <a:lstStyle/>
          <a:p>
            <a:pPr algn="r"/>
            <a:r>
              <a:rPr lang="en-AU" sz="2800">
                <a:solidFill>
                  <a:schemeClr val="tx1"/>
                </a:solidFill>
              </a:rPr>
              <a:t>Project Overview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818" y="1059025"/>
            <a:ext cx="3976641" cy="473995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A 2D Spyro-inspired game developed in Java using Greenfoot.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Created as an introduction to object-oriented programming and game logic.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Includes interactive gameplay, collectibles, and enemy mechanics.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AU" sz="2800">
                <a:solidFill>
                  <a:srgbClr val="EBEBEB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/>
              <a:t>Player-controlled character (Spyro)</a:t>
            </a:r>
          </a:p>
          <a:p>
            <a:pPr lvl="1"/>
            <a:r>
              <a:rPr lang="en-US" sz="1700"/>
              <a:t>Gem collection system</a:t>
            </a:r>
          </a:p>
          <a:p>
            <a:pPr lvl="1"/>
            <a:r>
              <a:rPr lang="en-US" sz="1700"/>
              <a:t>Enemy characters (Gnorc)</a:t>
            </a:r>
          </a:p>
          <a:p>
            <a:pPr lvl="1"/>
            <a:r>
              <a:rPr lang="en-US" sz="1700"/>
              <a:t>Fire attack mechanic</a:t>
            </a:r>
          </a:p>
          <a:p>
            <a:pPr lvl="1"/>
            <a:r>
              <a:rPr lang="en-US" sz="1700"/>
              <a:t>Score tracking and counter system</a:t>
            </a:r>
          </a:p>
          <a:p>
            <a:pPr lvl="1"/>
            <a:r>
              <a:rPr lang="en-US" sz="1700"/>
              <a:t>Collision detection and world interaction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456CC-10D8-2516-7F93-1A8A417D0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Structure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2A53F-8A98-973B-2461-50F6EA63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6440" y="1908848"/>
            <a:ext cx="3633502" cy="759290"/>
          </a:xfrm>
        </p:spPr>
        <p:txBody>
          <a:bodyPr/>
          <a:lstStyle/>
          <a:p>
            <a:r>
              <a:rPr lang="en-US" dirty="0"/>
              <a:t>Gem Class</a:t>
            </a: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7A231-39ED-8230-6EA4-C9537CE885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0581" y="1896148"/>
            <a:ext cx="3636979" cy="756635"/>
          </a:xfrm>
        </p:spPr>
        <p:txBody>
          <a:bodyPr/>
          <a:lstStyle/>
          <a:p>
            <a:r>
              <a:rPr lang="en-US" dirty="0"/>
              <a:t>Fire Class</a:t>
            </a:r>
            <a:endParaRPr lang="en-AU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07FB18F0-1865-B90F-7FE7-CC98AA9F26A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572000" y="2668138"/>
            <a:ext cx="3925035" cy="3987255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73D39CBE-49E1-CFC3-A1CC-1C2DBCA936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62979" y="2668138"/>
            <a:ext cx="3636963" cy="23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95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AU" sz="2200">
                <a:solidFill>
                  <a:srgbClr val="EBEBEB"/>
                </a:solidFill>
              </a:rP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430878" cy="5954325"/>
          </a:xfrm>
        </p:spPr>
        <p:txBody>
          <a:bodyPr anchor="ctr">
            <a:normAutofit/>
          </a:bodyPr>
          <a:lstStyle/>
          <a:p>
            <a:r>
              <a:rPr lang="en-US" sz="1700" dirty="0"/>
              <a:t>Object-Oriented class design.</a:t>
            </a:r>
            <a:br>
              <a:rPr lang="en-US" sz="1700" dirty="0"/>
            </a:br>
            <a:r>
              <a:rPr lang="en-US" sz="1600" dirty="0"/>
              <a:t>Designed using modular class architecture:</a:t>
            </a:r>
            <a:br>
              <a:rPr lang="en-US" sz="1600" dirty="0"/>
            </a:br>
            <a:r>
              <a:rPr lang="en-US" sz="1600" dirty="0"/>
              <a:t>• Player (Spyro)</a:t>
            </a:r>
            <a:br>
              <a:rPr lang="en-US" sz="1600" dirty="0"/>
            </a:br>
            <a:r>
              <a:rPr lang="en-US" sz="1600" dirty="0"/>
              <a:t>• Enemy (</a:t>
            </a:r>
            <a:r>
              <a:rPr lang="en-US" sz="1600" dirty="0" err="1"/>
              <a:t>Gnorc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en-US" sz="1600" dirty="0"/>
              <a:t>• Collectibles (Gem)</a:t>
            </a:r>
            <a:br>
              <a:rPr lang="en-US" sz="1600" dirty="0"/>
            </a:br>
            <a:r>
              <a:rPr lang="en-US" sz="1600" dirty="0"/>
              <a:t>• World Controller (</a:t>
            </a:r>
            <a:r>
              <a:rPr lang="en-US" sz="1600" dirty="0" err="1"/>
              <a:t>MyWorld</a:t>
            </a:r>
            <a:r>
              <a:rPr lang="en-US" sz="1600" dirty="0"/>
              <a:t>)</a:t>
            </a:r>
            <a:endParaRPr lang="en-US" sz="1700" dirty="0"/>
          </a:p>
          <a:p>
            <a:r>
              <a:rPr lang="en-US" sz="1700" dirty="0"/>
              <a:t>Event-driven input handling</a:t>
            </a:r>
          </a:p>
          <a:p>
            <a:pPr lvl="1"/>
            <a:r>
              <a:rPr lang="en-US" sz="1700" dirty="0"/>
              <a:t>Game loop and world state management</a:t>
            </a:r>
          </a:p>
          <a:p>
            <a:pPr lvl="1"/>
            <a:r>
              <a:rPr lang="en-US" sz="1700" dirty="0"/>
              <a:t>Collision detection between actors</a:t>
            </a:r>
          </a:p>
          <a:p>
            <a:pPr lvl="1"/>
            <a:r>
              <a:rPr lang="en-US" sz="1700" dirty="0"/>
              <a:t>Asset and sound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BFE2A29-B437-297E-E9B4-D3FA08FE1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Structure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3D9555E-D0E4-1F40-0205-4E99C9EBC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389" y="2174000"/>
            <a:ext cx="3633502" cy="533865"/>
          </a:xfrm>
        </p:spPr>
        <p:txBody>
          <a:bodyPr/>
          <a:lstStyle/>
          <a:p>
            <a:r>
              <a:rPr lang="en-US" dirty="0"/>
              <a:t>Character Logic</a:t>
            </a:r>
            <a:endParaRPr lang="en-AU" dirty="0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B59E4698-D99F-14F1-E70D-30E91A6A45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3830" y="2707865"/>
            <a:ext cx="4198620" cy="3914779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1E8672-FE9E-4779-A51C-3A72B98E5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60953" y="2197887"/>
            <a:ext cx="3636979" cy="512162"/>
          </a:xfrm>
        </p:spPr>
        <p:txBody>
          <a:bodyPr/>
          <a:lstStyle/>
          <a:p>
            <a:r>
              <a:rPr lang="en-US" dirty="0"/>
              <a:t>Music</a:t>
            </a:r>
            <a:endParaRPr lang="en-AU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56034C56-2487-F4C6-A43F-E1081BEBF5A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960970" y="3245835"/>
            <a:ext cx="3636962" cy="245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8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MyWorld</a:t>
            </a:r>
            <a:r>
              <a:rPr dirty="0"/>
              <a:t> → Controls game environment</a:t>
            </a:r>
          </a:p>
          <a:p>
            <a:pPr lvl="1"/>
            <a:r>
              <a:rPr dirty="0"/>
              <a:t>Spyro → Player logic and movement</a:t>
            </a:r>
          </a:p>
          <a:p>
            <a:pPr lvl="1"/>
            <a:r>
              <a:rPr dirty="0"/>
              <a:t>Gem → Collectible objects</a:t>
            </a:r>
          </a:p>
          <a:p>
            <a:pPr lvl="1"/>
            <a:r>
              <a:rPr dirty="0" err="1"/>
              <a:t>Gnorc</a:t>
            </a:r>
            <a:r>
              <a:rPr dirty="0"/>
              <a:t> → Enemy behavior</a:t>
            </a:r>
          </a:p>
          <a:p>
            <a:pPr lvl="1"/>
            <a:r>
              <a:rPr dirty="0"/>
              <a:t>Fire → Attack mechanism</a:t>
            </a:r>
          </a:p>
          <a:p>
            <a:pPr lvl="1"/>
            <a:r>
              <a:rPr dirty="0"/>
              <a:t>Counter → Score tracking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Applied foundational object-oriented programming principles</a:t>
            </a:r>
          </a:p>
          <a:p>
            <a:pPr lvl="1"/>
            <a:r>
              <a:t>Managed multiple interacting classes</a:t>
            </a:r>
          </a:p>
          <a:p>
            <a:pPr lvl="1"/>
            <a:r>
              <a:t>Handled input, collisions, and game state updates</a:t>
            </a:r>
          </a:p>
          <a:p>
            <a:pPr lvl="1"/>
            <a:r>
              <a:t>Developed early understanding of game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2E451E-151A-4910-BF41-6A040B659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96EFE4-A70C-4388-9A15-3F657B661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187" y="473745"/>
            <a:ext cx="8420318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2"/>
            <a:ext cx="6571060" cy="898674"/>
          </a:xfrm>
        </p:spPr>
        <p:txBody>
          <a:bodyPr anchor="b">
            <a:normAutofit/>
          </a:bodyPr>
          <a:lstStyle/>
          <a:p>
            <a:r>
              <a:rPr lang="en-AU">
                <a:solidFill>
                  <a:schemeClr val="tx2"/>
                </a:solidFill>
              </a:rPr>
              <a:t>Project Significance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5EBAFC-9388-432A-BCFD-EEA2F410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First complete game development project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Established foundational programming skills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Demonstrates growth prior to mobile and AI-based projects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F5C1-71B8-9606-B900-1D9142FDB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AU" dirty="0"/>
          </a:p>
        </p:txBody>
      </p:sp>
      <p:pic>
        <p:nvPicPr>
          <p:cNvPr id="5" name="2026-01-28 20-05-43">
            <a:hlinkClick r:id="" action="ppaction://media"/>
            <a:extLst>
              <a:ext uri="{FF2B5EF4-FFF2-40B4-BE49-F238E27FC236}">
                <a16:creationId xmlns:a16="http://schemas.microsoft.com/office/drawing/2014/main" id="{0FAD65F4-760F-D458-F412-17A6ED4EFCB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6287" y="2318570"/>
            <a:ext cx="7591425" cy="405584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043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20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48</TotalTime>
  <Words>214</Words>
  <Application>Microsoft Office PowerPoint</Application>
  <PresentationFormat>On-screen Show (4:3)</PresentationFormat>
  <Paragraphs>43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Spyro Game Project</vt:lpstr>
      <vt:lpstr>Project Overview</vt:lpstr>
      <vt:lpstr>Key Features</vt:lpstr>
      <vt:lpstr>Code Structure</vt:lpstr>
      <vt:lpstr>Technical Implementation</vt:lpstr>
      <vt:lpstr>Code Structure</vt:lpstr>
      <vt:lpstr>Game Architecture</vt:lpstr>
      <vt:lpstr>Learning Outcomes</vt:lpstr>
      <vt:lpstr>Project Significance</vt:lpstr>
      <vt:lpstr>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Courtney MCGUINNESS</cp:lastModifiedBy>
  <cp:revision>6</cp:revision>
  <dcterms:created xsi:type="dcterms:W3CDTF">2013-01-27T09:14:16Z</dcterms:created>
  <dcterms:modified xsi:type="dcterms:W3CDTF">2026-01-28T12:10:17Z</dcterms:modified>
  <cp:category/>
</cp:coreProperties>
</file>